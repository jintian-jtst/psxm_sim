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0000"/>
                </a:solidFill>
                <a:latin typeface="Calibri"/>
              </a:defRPr>
            </a:pPr>
            <a:r>
              <a:t>PSXM Shielding: Chi2 vs. Analytical</a:t>
            </a:r>
          </a:p>
          <a:p>
            <a:pPr algn="ctr">
              <a:defRPr sz="4200" b="1">
                <a:solidFill>
                  <a:srgbClr val="000000"/>
                </a:solidFill>
                <a:latin typeface="Calibri"/>
              </a:defRPr>
            </a:pPr>
            <a:r>
              <a:t>Method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J-PARC muon g-2 / EDM — PSXM Magnet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Calibri"/>
              </a:defRPr>
            </a:pPr>
            <a:r>
              <a:t>Jintian Wang  |  Mentor: Zejia Lu  |  Group Meeting, July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Least-Squares vs. Ideal-Conductor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Chi2 (LS) method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discrete shield currents that null B on</a:t>
            </a:r>
            <a:br/>
            <a:r>
              <a:t>sample rings offset from the shield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Analytical method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continuous surface current from the</a:t>
            </a:r>
            <a:br/>
            <a:r>
              <a:t>multipole expansion, exactly cancels</a:t>
            </a:r>
            <a:br/>
            <a:r>
              <a:t>every exterior coil multipole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Result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LS converges to a stable 1.167× offset</a:t>
            </a:r>
            <a:br/>
            <a:r>
              <a:t>above the analytic curve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shield_n = 60 → 400: ratio 1.169 → 1.166</a:t>
            </a:r>
            <a:br/>
            <a:r>
              <a:t>(flat, not converging to 1.0)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Confirmed independent of sample gap</a:t>
            </a:r>
            <a:br/>
            <a:r>
              <a:t>and sampling density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Conclusion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structural effect of discretizing a</a:t>
            </a:r>
            <a:br/>
            <a:r>
              <a:t>continuous shell, not a bug</a:t>
            </a:r>
          </a:p>
        </p:txBody>
      </p:sp>
      <p:pic>
        <p:nvPicPr>
          <p:cNvPr id="4" name="Picture 3" descr="l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Leakage at 0.419 m (Nearest-Beam Benchmark)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 Physically-induced shield model</a:t>
            </a:r>
            <a:br/>
            <a:r>
              <a:t>(real copper, 1 μs pulse)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 Unshielded: ~7 μT at 0.419 m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 With induced shield: ~0.05 μT at 0.419 m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 Suppression: ~140×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 Bounded by real conductivity — the number</a:t>
            </a:r>
            <a:br/>
            <a:r>
              <a:t>to quote as a physical estimate</a:t>
            </a:r>
          </a:p>
        </p:txBody>
      </p:sp>
      <p:pic>
        <p:nvPicPr>
          <p:cNvPr id="4" name="Picture 3" descr="induced_shield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