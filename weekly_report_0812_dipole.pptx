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1" y="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PSXM - Dipole Shield Radius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11535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Jintian Wang</a:t>
            </a:r>
          </a:p>
          <a:p>
            <a:pPr>
              <a:spcAft>
                <a:spcPts val="800"/>
              </a:spcAft>
            </a:pPr>
            <a:r>
              <a:rPr lang="en-US" altLang="zh-CN" sz="1800" b="0" i="0" dirty="0">
                <a:solidFill>
                  <a:srgbClr val="666666"/>
                </a:solidFill>
                <a:latin typeface="Arial"/>
              </a:rPr>
              <a:t>University of Oxford</a:t>
            </a:r>
          </a:p>
          <a:p>
            <a:pPr>
              <a:spcAft>
                <a:spcPts val="800"/>
              </a:spcAft>
            </a:pPr>
            <a:endParaRPr sz="1800" b="0" i="0" dirty="0">
              <a:solidFill>
                <a:srgbClr val="6666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Design Question - Choosing the Shield Radius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Shield radius is a trade-off: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 dirty="0">
                <a:solidFill>
                  <a:srgbClr val="000000"/>
                </a:solidFill>
                <a:latin typeface="Arial"/>
              </a:rPr>
              <a:t>Goal: find the shield radius that still meets the 1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mT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dipole target within the 1000 A coil budget.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BDB55D-D44F-63B7-D95C-1B0516C0B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76" y="2301077"/>
            <a:ext cx="9443961" cy="42561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Result - Dipole Shield-Radius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 dirty="0">
                <a:solidFill>
                  <a:srgbClr val="000000"/>
                </a:solidFill>
                <a:latin typeface="Arial"/>
              </a:rPr>
              <a:t>- Swept shield radius 25-79 mm at a 1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mT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dipole target, 1000 A budget</a:t>
            </a:r>
          </a:p>
          <a:p>
            <a:pPr>
              <a:spcAft>
                <a:spcPts val="600"/>
              </a:spcAft>
            </a:pPr>
            <a:r>
              <a:rPr sz="1800" b="0" i="0" dirty="0">
                <a:solidFill>
                  <a:srgbClr val="000000"/>
                </a:solidFill>
                <a:latin typeface="Arial"/>
              </a:rPr>
              <a:t>- Optimum at the smallest scanned radius: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R_sh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= 25 mm, required current ~ 222 A</a:t>
            </a:r>
          </a:p>
          <a:p>
            <a:pPr>
              <a:spcAft>
                <a:spcPts val="600"/>
              </a:spcAft>
            </a:pPr>
            <a:r>
              <a:rPr sz="1800" b="0" i="0" dirty="0">
                <a:solidFill>
                  <a:srgbClr val="000000"/>
                </a:solidFill>
                <a:latin typeface="Arial"/>
              </a:rPr>
              <a:t>- Required current decreases strictly monotonically with radius</a:t>
            </a:r>
          </a:p>
        </p:txBody>
      </p:sp>
      <p:pic>
        <p:nvPicPr>
          <p:cNvPr id="4" name="Picture 3" descr="shield_radius_optimization_dip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34" y="2617089"/>
            <a:ext cx="11114184" cy="33246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62941" y="6033706"/>
            <a:ext cx="91705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666666"/>
                </a:solidFill>
                <a:latin typeface="Arial"/>
              </a:rPr>
              <a:t>Dipole shield-radius scan (required current, shield current, leakage)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106</Words>
  <Application>Microsoft Office PowerPoint</Application>
  <PresentationFormat>宽屏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Jintian Wang</cp:lastModifiedBy>
  <cp:revision>3</cp:revision>
  <cp:lastPrinted>2026-08-12T06:32:01Z</cp:lastPrinted>
  <dcterms:created xsi:type="dcterms:W3CDTF">2013-01-27T09:14:16Z</dcterms:created>
  <dcterms:modified xsi:type="dcterms:W3CDTF">2026-08-12T06:32:02Z</dcterms:modified>
  <cp:category/>
</cp:coreProperties>
</file>