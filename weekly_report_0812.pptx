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000000"/>
                </a:solidFill>
                <a:latin typeface="Arial"/>
              </a:rPr>
              <a:t>PSXM Steering Magnet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115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0"/>
              </a:spcAft>
            </a:pPr>
            <a:r>
              <a:rPr sz="2400" b="0" i="0">
                <a:solidFill>
                  <a:srgbClr val="000000"/>
                </a:solidFill>
                <a:latin typeface="Arial"/>
              </a:rPr>
              <a:t>Two-Week Progress Report - 2026-07-28 to 2026-08-12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000000"/>
                </a:solidFill>
                <a:latin typeface="Arial"/>
              </a:rPr>
              <a:t>Jintian Wang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666666"/>
                </a:solidFill>
                <a:latin typeface="Arial"/>
              </a:rPr>
              <a:t>Group meeting (Node 5) - 2026-08-12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Overview - What Was Done in the Last Two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Week 1 (7/28-8/3): Node 3 - leakage assessment &amp; shielding effectiveness, weekly report presented 7/29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Week 2 (8/4-8/12): Node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95144"/>
            <a:ext cx="109115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Fixed a unit bug that invalidated earlier scans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Converged the shield-radius design scan (leakage suppression)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Node-5 analyses: rotational quadrupole, max reachable field, edge effects (2D-&gt;2.5D)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Extended the shield-radius optimization to dipole mode (today)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Started the English LaTeX design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Week 1 - Leakage &amp; Shielding (Node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Compared shield-current solutions: least-squares method vs induced-current model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chi2 parameter scans over design parameters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Dipole shield-leakage analysis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Leakage with / without shield, linear and log-log views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Shield-current distribution vs shield gap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Deliverable: weekly_report.pptx (presented at 7/29 meeting)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Week 2 (8/9) - Progress Check vs Summer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Gaps identified: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Pulse / material parameters not yet validated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Node-4 optimal-design scan had not converged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No technical notes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08376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Scope decisions: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47288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Induced eddy-current model and field3d excluded from the report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- 2D-only technical note: 8-chapter outline drafted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Started sweeping shield radius (influence on shielding)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Week 2 (8/11) - Unit Bug Fix + Shield Radius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Fixed unit bug: ring_meanB returns T, not mT -&gt; earlier scans redone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Swept shield radius 25-79 mm at 1 mT/mm target, 1000 A budget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Leakage rises monotonically with shield radius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Optimum: R_sh ~ 27 mm (default 27.5 mm is near-optimal)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Figure: figures/shield_radius_optimization.png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Node 5 - Rotational Quadrupole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Field-current map is exactly linear, geometry is fixed -&gt; rotated quadrupole needs only a current combination: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I(phi) = cos(2*phi) * I_normal + sin(2*phi) * I_skew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Verified against a full re-solve at every angle (residual ~ solver round-off)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Practical result: rolling the field requires no new solve - two fixed current patterns suffice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Node 5 - Max Reachable Field &amp; Edge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Max reachable central field (coils capped at 1000 A):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Hardware ceiling via linear programming: I_k = I_max * sign(n.c_k)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Achievable field under field-quality constraints (least-squares design)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24328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Edge effects (2D -&gt; 2.5D, finite coil length L):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Exact mid-plane correction factor per wire: f(rho; L) = [1 + (2*rho/L)^2]^(-1/2)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Quantifies how far the infinite-wire 2D model can be trusted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Today (8/12) - Shield Radius Optimization in Dipole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Parameterized optimize_shield_radius.py with solve_dipole_coils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Scan result (fixed central target, 1000 A coil budget):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85416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      * Quadrupole (1 mT/mm): optimum R_sh = 27 mm, required current ~ 886 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      * Dipole (1 mT): optimum R_sh = 25 mm, required current ~ 222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Required current decreases strictly monotonically with R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A single shield radius serves both field modes</a:t>
            </a:r>
          </a:p>
        </p:txBody>
      </p:sp>
      <p:pic>
        <p:nvPicPr>
          <p:cNvPr id="6" name="Picture 5" descr="shield_radius_optimization_quadrup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48456"/>
            <a:ext cx="5192546" cy="15532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01711"/>
            <a:ext cx="519254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Arial"/>
              </a:rPr>
              <a:t>Quadrupole scan</a:t>
            </a:r>
          </a:p>
        </p:txBody>
      </p:sp>
      <p:pic>
        <p:nvPicPr>
          <p:cNvPr id="8" name="Picture 7" descr="shield_radius_optimization_dip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26" y="3648456"/>
            <a:ext cx="5192546" cy="1553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9826" y="5201711"/>
            <a:ext cx="519254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666666"/>
                </a:solidFill>
                <a:latin typeface="Arial"/>
              </a:rPr>
              <a:t>Dipole scan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Today (8/12) - Reframed Optimization (Hardware-Fixed)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New framing: fix I_coil = 1000 A (hardware cap), find the minimum shield radius that still meets the target field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Exact roots of I_coil(R) = 1000 A: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85416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      * Quadrupole: R_sh = 26.233 mm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00000"/>
                </a:solidFill>
                <a:latin typeface="Arial"/>
              </a:rPr>
              <a:t>      * Dipole: R_sh = 22.99 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The dipole root sits only 0.49 mm outside the coil ring (22.5 mm) -&gt; mechanically infeasible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Practical dipole minimum: 23.5-24 mm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Conclusion - Single Shield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Quadrupole mode drives the shield radius: R_sh ~ 27 mm (&gt;= 26.233 mm) satisfies both modes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Dipole alone could use a smaller shield (&gt;= 23.5-24 mm), but gains nothing - the quadrupole requirement dominates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Dipole is far less demanding on current: 222 A vs 886 A -&gt; ample headroom under the 1000 A cap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Recommendation: single shield at R_sh ~ 27 mm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00000"/>
                </a:solidFill>
                <a:latin typeface="Arial"/>
              </a:rPr>
              <a:t>Status vs Plan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Node 5 (today) content complete: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6232"/>
            <a:ext cx="1091153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Rotational quadrupole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Max reachable field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Edge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08376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Technical note: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4728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- 8-chapter outline drafted (2D only); English LaTeX report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31336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0000"/>
                </a:solidFill>
                <a:latin typeface="Arial"/>
              </a:rPr>
              <a:t>Next: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70248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Node 6 (8/19): full dry-run, technical note near-final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000000"/>
                </a:solidFill>
                <a:latin typeface="Arial"/>
              </a:rPr>
              <a:t>- Node 7 (8/20): final oral report + technical note (deadline)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